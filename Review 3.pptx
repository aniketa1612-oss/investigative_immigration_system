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7" r:id="rId4"/>
    <p:sldId id="258" r:id="rId5"/>
    <p:sldId id="259" r:id="rId6"/>
    <p:sldId id="272" r:id="rId7"/>
    <p:sldId id="260" r:id="rId8"/>
    <p:sldId id="261" r:id="rId9"/>
    <p:sldId id="270" r:id="rId10"/>
    <p:sldId id="264" r:id="rId11"/>
    <p:sldId id="265" r:id="rId12"/>
    <p:sldId id="266" r:id="rId13"/>
    <p:sldId id="267" r:id="rId14"/>
    <p:sldId id="273" r:id="rId15"/>
    <p:sldId id="274" r:id="rId16"/>
    <p:sldId id="271" r:id="rId17"/>
    <p:sldId id="268" r:id="rId18"/>
    <p:sldId id="269" r:id="rId19"/>
    <p:sldId id="26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59FDF3-42B5-4A41-B75E-186C389084C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77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B9B71VPy5b9bZ9dJ8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ao.int/icao-pkd/frequently-asked-questions" TargetMode="External"/><Relationship Id="rId2" Type="http://schemas.openxmlformats.org/officeDocument/2006/relationships/hyperlink" Target="https://www.icao.int/CDI/ipack-implementing-icao-trip-strategy-roadma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i.google.dev/edge/mediapipe/solutions/vision/face_landmarker" TargetMode="External"/><Relationship Id="rId5" Type="http://schemas.openxmlformats.org/officeDocument/2006/relationships/hyperlink" Target="https://github.com/SYSTRAN/faster-whisper" TargetMode="External"/><Relationship Id="rId4" Type="http://schemas.openxmlformats.org/officeDocument/2006/relationships/hyperlink" Target="https://www.icao.int/facilitation-programmes/api-guidelines-and-pnr-reporting-standar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453074"/>
            <a:ext cx="8924544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BCSE497J – Project-I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Investigative Interview Assistant Using Speech Emotion Analysis, Computer Vision and Large Language Models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2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Ajmal </a:t>
            </a:r>
            <a:r>
              <a:rPr lang="en-IN" sz="2000" b="1" dirty="0" err="1">
                <a:latin typeface="Times New Roman"/>
                <a:cs typeface="Times New Roman"/>
              </a:rPr>
              <a:t>Sadhiq</a:t>
            </a:r>
            <a:r>
              <a:rPr lang="en-IN" sz="2000" b="1" dirty="0">
                <a:latin typeface="Times New Roman"/>
                <a:cs typeface="Times New Roman"/>
              </a:rPr>
              <a:t>		  (23BCE2201)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Garvit Kohli		  (23BCE2216)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Aniket Agrawal	   (23BCE2221)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 err="1">
                <a:latin typeface="Times New Roman"/>
                <a:cs typeface="Times New Roman"/>
              </a:rPr>
              <a:t>Dr.Sivaprakash</a:t>
            </a:r>
            <a:r>
              <a:rPr lang="en-US" sz="2000" b="1" dirty="0">
                <a:latin typeface="Times New Roman"/>
                <a:cs typeface="Times New Roman"/>
              </a:rPr>
              <a:t> S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21-10-2026.(sample attached below)</a:t>
            </a: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dirty="0"/>
              <a:t>All the above aspects are addressed and updated by the project team.</a:t>
            </a:r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AI-assisted immigration interview system that helps authorized officers conduct at airports, border-entry points, visa offices and consulates through multilingual transcription, neutral follow-up questions and structured reports while keeping all immigrations decisions under human control.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Immigration interviews require officers to examine travel plans, visa applications, supporting documents and verbal responses within a limited period. Language differences, incomplete information and inconsistent documentation can make the interview process difficult. This project proposes an AI-assisted immigration interview system for airport and visa-office environments.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faster-whisper for offline multilingual transcription,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facial-movement observations and qwen3:14b model through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neutral question generation and report preparation. It doesn’t determine deception, admissibility, visa eligibility or immigration status. The authorized officer verifies all information and retains final responsibility.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27-10-2026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B98AB96-6CB4-6FC8-E85A-A6019E2CC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965145"/>
              </p:ext>
            </p:extLst>
          </p:nvPr>
        </p:nvGraphicFramePr>
        <p:xfrm>
          <a:off x="838200" y="1825625"/>
          <a:ext cx="105156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7715099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86076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616004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152225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1475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Objective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Methodology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Pros/Cons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Findings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8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Digital Gatekeepers: Exploring LLM’s Role in Immigration Decisions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Examine the use and fairness of LLMs in immigration decisions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Discrete-choice experiments and interviews comparing human and LLM decision strategies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Pro: Immigration-specific study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Con: Identified nationality-related stereotypes and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LLMs may support procedural work, but human oversight is necessary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28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Robust Speech Recognition via Large-Scale Weak Supervision(2022)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Develop robust multilingual speech recognition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Whisper trained on 680,000 hours of multilingual and multitask audio data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Pro: Broad multilingual support.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Con: Accuracy varies with accent, language, and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Large-scale weak supervision improves zero-shot speech recognition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54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B6C-1954-B6C5-CE53-98BB9F4DA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3EFAB1B-5048-4E38-895E-AF4D90E7C1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9136A5-0EEC-D5B3-550E-9504AE0E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49B5F8A-590D-0189-3E9B-CC2CA3F0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27-10-2026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84E066-E81D-110F-CFD3-C9EAC4EF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450B14-2D13-0425-3E32-C6853988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F06159-AF06-3AFB-0ACE-BAF5B539B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4843910"/>
              </p:ext>
            </p:extLst>
          </p:nvPr>
        </p:nvGraphicFramePr>
        <p:xfrm>
          <a:off x="636858" y="1257733"/>
          <a:ext cx="10515600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061642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469374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872043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047448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50962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Objective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Methodology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Pros/Cons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Findings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7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Qwen3 Technical Report(2025)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Improve multilingual language generation and reasoning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Dense and mixture-of-experts models trained and evaluated across multilingual tasks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Pro: Supports multilingual local deployment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Con: Responses can contain errors or unsupported information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Qwen3 provides strong multilingual instruction-following and structured generation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3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NIST Face Recognition: Demographic Effects(2019)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Measure demographic differences in facial-recognition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Large-scale evaluation across age, sex, race and image-quality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Pro: Independent evaluation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Con: Evaluates identity matching, not emotion or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Accuracy differences depend on algorithm, demographics and image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92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60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multilingual support in immigration interviews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context-aware follow-up question generation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cloud-based speech and language services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transcripts, interview questions and document-related information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bias across languages, accents and nationalities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transparent human review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locally deployable immigration interview assistants 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airport and visa-office interviews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Transcribe Indian and international languages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neutral immigration-related questions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speech and LLM requests locally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transcripts and questions securely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structured interview reports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offline PDF report saving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official decisions under officer control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SDG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: Industry, Innovation and Infrastructure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10: Reduced Inequalities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16: Peace, Justice and Strong Institutions</a:t>
            </a:r>
          </a:p>
          <a:p>
            <a:pPr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Conference paper (Scopus-indexed)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4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6EA0AC-1607-087D-67A7-FC9B6383F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airport or visa-office interview mode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applicant’s spoken language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consent before capture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Transcribe speech locally using faster-whisper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manual transcript correction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questions on things like: travel purpose, duration, accommodation, supporting documents, etc..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transcript text locally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save the final report as a PDF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automated admissibility or visa decisions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consent management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capture and faster-whisper transcription</a:t>
            </a: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facial-movement observation </a:t>
            </a: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qwen3:14b question generation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Immigration context analysis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 generation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PDF report saving 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automated tests: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passed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production build: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 interview mode: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Visa-office interview mode: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language selection 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faster-whisper integration: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qwen3:14b: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and installed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report generation: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B72A-FC0D-0F9F-A818-C51C557A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D233D9-F99D-26B9-EFB2-781F24E94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4223"/>
            <a:ext cx="11353800" cy="40727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E24E8-60DA-E360-1E44-F77B539B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7BE02-FF54-A5D4-6A09-DF356CF6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2F25-8886-B00D-DF66-99010672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06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A1FF-5372-4713-5D8B-29846BD4D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4BE70-9C8F-4AF4-7A27-F84BE174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18C68-D628-98E8-3A4C-6A437B146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7D7E-D80C-E234-C649-4753F8AE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15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4A9790-0326-11AB-6EFA-7D3C6A1CE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590" y="1825625"/>
            <a:ext cx="91968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55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C2B5-1FBA-13A8-245C-150BE9B0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3A6DB-8E80-0851-5864-8DE2C40C7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 accuracy varies with language, accent and noise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LLM-generated question require office review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observations cannot determine emotion or deception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Passport and visa document verification is not implemented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encryption require further development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immigration-domain evaluation has not yet been completed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DB47-BDB9-B102-35A0-903D0152D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15DDD-0B6C-E7D7-4BA0-63AE7E80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1766-B4B3-2759-E5D5-4DBBF88C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405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updated system provides multilingual interview support for airports and visa offices. It combines offline speech transcription, neutral context-aware questioning and structured report generation. The system improves interview documentation while ensuring that admissibility, visa eligibility and immigration decisions remain entirely under authorized human control.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– Filed/ Published/ Granted – Screen shot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Proceedings – Accepted/ Published/ Scopus Indexed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Publication – Accepted/ Published/ Scopus Indexed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Start-up information (if any)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marL="0" indent="0" algn="ctr">
              <a:buNone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 Proof to be uploaded on or before 27 Oct 2026 in the given link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https://forms.gle/B9B71VPy5b9bZ9dJ8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753" y="1257733"/>
            <a:ext cx="10515600" cy="4667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Mao and Y. Zhao, “Digital Gatekeepers: Exploring Large Language Model’s Role in Immigration Decisions,” </a:t>
            </a:r>
            <a:r>
              <a:rPr lang="en-GB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GB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arXiv:2506.21574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International Civil Aviation Organization, “Traveller Identification Programme Strategy,” ICAO, Montreal, Canada. [Online]. Available: 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https://www.icao.int/CDI/ipack-implementing-icao-trip-strategy-roadmap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International Civil Aviation Organization, “ICAO Public Key Directory: Frequently Asked Questions,” ICAO, Montreal, Canada. [Online]. Available: 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https://www.icao.int/icao-pkd/frequently-asked-questions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International Civil Aviation Organization, “API Guidelines and PNR Reporting Standards,” ICAO, Montreal, Canada. [Online]. Available: 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https://www.icao.int/facilitation-programmes/api-guidelines-and-pnr-reporting-standards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P. Grother, M. Ngan, and K. Hanaoka, “Face Recognition Vendor Test Part 3: Demographic Effects,” National Institute of Standards and Technology, Gaithersburg, MD, USA, NISTIR 8280, Dec. 2019.</a:t>
            </a: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J. O’Toole, P. J. Phillips, X. An, and J. Dunlop, “Demographic Effects on Estimates of Automatic Face Recognition Performance,” National Institute of Standards and Technology, Gaithersburg, MD, USA, NISTIR 7757, Mar. 2011.</a:t>
            </a: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A. Radford, J. W. Kim, T. Xu, G. Brockman, C. 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McLeavey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I. 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Sutskever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“Robust Speech Recognition via Large-Scale Weak Supervision,” </a:t>
            </a:r>
            <a:r>
              <a:rPr lang="en-GB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GB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arXiv:2212.04356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SYSTRAN, “faster-whisper: Faster Whisper Transcription with CTranslate2,” GitHub repository, 2026. [Online]. Available: 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https://github.com/SYSTRAN/faster-whisper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A. Yang </a:t>
            </a:r>
            <a:r>
              <a:rPr lang="en-GB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“Qwen3 Technical Report,” </a:t>
            </a:r>
            <a:r>
              <a:rPr lang="en-GB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GB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arXiv:2505.09388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algn="just"/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Google AI, “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Landmarker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Google AI Edge Documentation, 2026. [Online]. Available: 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https://ai.google.dev/edge/mediapipe/solutions/vision/face_landmarker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1347</Words>
  <Application>Microsoft Office PowerPoint</Application>
  <PresentationFormat>Widescreen</PresentationFormat>
  <Paragraphs>198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B.Tech BCSE497J – Project-I Intelligent Investigative Interview Assistant Using Speech Emotion Analysis, Computer Vision and Large Language Models</vt:lpstr>
      <vt:lpstr>Approval Mail From Guide</vt:lpstr>
      <vt:lpstr>Aim</vt:lpstr>
      <vt:lpstr>Abstract</vt:lpstr>
      <vt:lpstr>Literature Review</vt:lpstr>
      <vt:lpstr>Literature Review</vt:lpstr>
      <vt:lpstr>Research Gap</vt:lpstr>
      <vt:lpstr>Objectives</vt:lpstr>
      <vt:lpstr>Objectives</vt:lpstr>
      <vt:lpstr>Framework/Architecture/Block Diagram</vt:lpstr>
      <vt:lpstr>Functional Requirements</vt:lpstr>
      <vt:lpstr>Modules</vt:lpstr>
      <vt:lpstr>Experiments and Results</vt:lpstr>
      <vt:lpstr>Output</vt:lpstr>
      <vt:lpstr>Output </vt:lpstr>
      <vt:lpstr>Limitations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Aniket Vishal Agrawal</cp:lastModifiedBy>
  <cp:revision>25</cp:revision>
  <dcterms:created xsi:type="dcterms:W3CDTF">2026-07-14T06:00:41Z</dcterms:created>
  <dcterms:modified xsi:type="dcterms:W3CDTF">2026-10-27T10:55:39Z</dcterms:modified>
</cp:coreProperties>
</file>